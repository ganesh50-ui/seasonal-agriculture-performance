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5033" autoAdjust="0"/>
  </p:normalViewPr>
  <p:slideViewPr>
    <p:cSldViewPr snapToGrid="0">
      <p:cViewPr>
        <p:scale>
          <a:sx n="59" d="100"/>
          <a:sy n="59" d="100"/>
        </p:scale>
        <p:origin x="964" y="21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nesh50-ui/Seasonal-Agriculture-Performance/blob/main/Untitled8.ipynb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IN" b="0" dirty="0">
              <a:solidFill>
                <a:schemeClr val="tx1"/>
              </a:solidFill>
            </a:endParaRP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49"/>
            <a:ext cx="5112837" cy="1600661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Project Title: Seasonal Agriculture Performance</a:t>
            </a:r>
            <a:br>
              <a:rPr lang="en-US" sz="2000" dirty="0"/>
            </a:br>
            <a:r>
              <a:rPr lang="en-US" sz="2000" dirty="0"/>
              <a:t>Student Name: </a:t>
            </a:r>
            <a:r>
              <a:rPr lang="en-US" sz="2000" dirty="0" err="1"/>
              <a:t>Chatakonda</a:t>
            </a:r>
            <a:r>
              <a:rPr lang="en-US" sz="2000" dirty="0"/>
              <a:t> Ganesh</a:t>
            </a:r>
            <a:br>
              <a:rPr lang="en-US" sz="2000" dirty="0"/>
            </a:br>
            <a:r>
              <a:rPr lang="en-US" sz="2000" dirty="0"/>
              <a:t>College Name: G. Pullaiah College of engineering and Technology</a:t>
            </a:r>
            <a:br>
              <a:rPr lang="en-US" sz="20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STU ID : STU6582ca5414ca81703070292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5CAFE8-4044-F202-C1D5-B0025A0BE408}"/>
              </a:ext>
            </a:extLst>
          </p:cNvPr>
          <p:cNvSpPr txBox="1"/>
          <p:nvPr/>
        </p:nvSpPr>
        <p:spPr>
          <a:xfrm>
            <a:off x="702644" y="510138"/>
            <a:ext cx="9509760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Project Description</a:t>
            </a:r>
          </a:p>
          <a:p>
            <a:r>
              <a:rPr lang="en-IN" sz="2500" dirty="0"/>
              <a:t>The Seasonal Agriculture Performance Analysis project evaluates how agricultural outcomes—such as crop yield, water usage, and financial profitability—fluctuate across the three major Indian cropping seasons: Kharif, Rabi, and Zaid. Using a comprehensive dataset of 4,000 farm records spanning multiple states, crops, and environmental conditions, this project provides a data-driven framework to understand seasonal variations and support evidence-based agricultural decision-</a:t>
            </a:r>
            <a:r>
              <a:rPr lang="en-IN" sz="2500" dirty="0" err="1"/>
              <a:t>making.keep</a:t>
            </a:r>
            <a:r>
              <a:rPr lang="en-IN" sz="2500" dirty="0"/>
              <a:t> this below in who are the end users Policy Makers &amp; Government Officers: Plan seasonal water allocation, crop subsidies, and regional agricultural strategies.   </a:t>
            </a:r>
            <a:br>
              <a:rPr lang="en-IN" sz="2500" dirty="0"/>
            </a:b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WHO ARE THE END USERS?</a:t>
            </a:r>
            <a:br>
              <a:rPr lang="en-US" sz="3200" dirty="0"/>
            </a:br>
            <a:r>
              <a:rPr lang="en-IN" sz="2800" b="0" dirty="0"/>
              <a:t>Policy Makers &amp; Government Officers: Plan seasonal water allocation, crop subsidies, and regional agricultural strategies.   Farmers &amp; Extension Workers: Optimize seasonal crop choices, improve water-use efficiency, and manage pest/financial risks.   Agri-Tech &amp; Financial Institutions: Assess seasonal credit or crop insurance risks and build tailored farming tools.   Data Analysts &amp; Researchers: Model seasonal yield patterns and study agricultural economics.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800" y="27816"/>
            <a:ext cx="9367520" cy="6648192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73" y="430567"/>
            <a:ext cx="5754817" cy="1966945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  <a:br>
              <a:rPr lang="en-US" dirty="0"/>
            </a:br>
            <a:r>
              <a:rPr lang="en-IN" sz="2000" b="0" dirty="0"/>
              <a:t>Python: Core programming language used for data processing, statistical analysis, and scripting.</a:t>
            </a:r>
            <a:br>
              <a:rPr lang="en-IN" sz="2000" b="0" dirty="0"/>
            </a:br>
            <a:r>
              <a:rPr lang="en-IN" sz="2000" b="0" dirty="0"/>
              <a:t>Pandas: Used for data manipulation, cleaning, missing value imputation, and seasonal aggregations.</a:t>
            </a:r>
            <a:br>
              <a:rPr lang="en-IN" sz="2000" b="0" dirty="0"/>
            </a:br>
            <a:r>
              <a:rPr lang="en-IN" sz="2000" b="0" dirty="0"/>
              <a:t>NumPy: Used for numerical operations and array handling. </a:t>
            </a:r>
            <a:br>
              <a:rPr lang="en-IN" sz="2000" b="0" dirty="0"/>
            </a:br>
            <a:r>
              <a:rPr lang="en-IN" sz="2000" b="0" dirty="0"/>
              <a:t>Matplotlib &amp; Seaborn: Used for generating data visualizations, such as bar charts, correlation heatmaps, and distribution plots.</a:t>
            </a:r>
            <a:br>
              <a:rPr lang="en-IN" sz="2000" b="0" dirty="0"/>
            </a:br>
            <a:r>
              <a:rPr lang="en-IN" sz="2000" b="0" dirty="0"/>
              <a:t>SciPy (</a:t>
            </a:r>
            <a:r>
              <a:rPr lang="en-IN" sz="2000" b="0" dirty="0" err="1"/>
              <a:t>scipy.stats</a:t>
            </a:r>
            <a:r>
              <a:rPr lang="en-IN" sz="2000" b="0" dirty="0"/>
              <a:t>): Used for statistical hypothesis testing, specifically running one-way Analysis of Variance (ANOVA). </a:t>
            </a:r>
            <a:br>
              <a:rPr lang="en-IN" sz="2000" b="0" dirty="0"/>
            </a:br>
            <a:r>
              <a:rPr lang="en-IN" sz="2000" b="0" dirty="0" err="1"/>
              <a:t>nbformat</a:t>
            </a:r>
            <a:r>
              <a:rPr lang="en-IN" sz="2000" b="0" dirty="0"/>
              <a:t> &amp; </a:t>
            </a:r>
            <a:r>
              <a:rPr lang="en-IN" sz="2000" b="0" dirty="0" err="1"/>
              <a:t>pathlib</a:t>
            </a:r>
            <a:r>
              <a:rPr lang="en-IN" sz="2000" b="0" dirty="0"/>
              <a:t>: Used for programmatic generation and structuring of Jupyter Notebook (.</a:t>
            </a:r>
            <a:r>
              <a:rPr lang="en-IN" sz="2000" b="0" dirty="0" err="1"/>
              <a:t>ipynb</a:t>
            </a:r>
            <a:r>
              <a:rPr lang="en-IN" sz="2000" b="0" dirty="0"/>
              <a:t>) files. </a:t>
            </a:r>
            <a:br>
              <a:rPr lang="en-IN" sz="2000" b="0" dirty="0"/>
            </a:br>
            <a:r>
              <a:rPr lang="en-IN" sz="2000" b="0" dirty="0"/>
              <a:t>Google </a:t>
            </a:r>
            <a:r>
              <a:rPr lang="en-IN" sz="2000" b="0" dirty="0" err="1"/>
              <a:t>Colab</a:t>
            </a:r>
            <a:r>
              <a:rPr lang="en-IN" sz="2000" b="0" dirty="0"/>
              <a:t>: The cloud-based Jupyter Notebook environment used for executing the code and storing data</a:t>
            </a:r>
            <a:r>
              <a:rPr lang="en-IN" sz="2200" b="0" dirty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sh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sho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sh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sho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325880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Predictive Yield Modeling (Machine Learning): Build regression and ensemble models (e.g., Random Forest, XGBoost) to predict farm yield and net profit based on early-season climate forecasts and soil parameters.</a:t>
            </a:r>
          </a:p>
          <a:p>
            <a:r>
              <a:rPr lang="en-US" sz="1600" dirty="0"/>
              <a:t>Integration with Live Remote Sensing Data: Incorporate satellite imagery (e.g., NDVI indices) and real-time weather APIs to monitor crop health and disease/pest risks continuously across seasons.</a:t>
            </a:r>
          </a:p>
          <a:p>
            <a:endParaRPr lang="en-US" sz="1600" dirty="0"/>
          </a:p>
          <a:p>
            <a:r>
              <a:rPr lang="en-US" sz="1600" dirty="0"/>
              <a:t>Climate Change Impact &amp; Scenario Analysis: Simulate long-term climate scenarios (e.g., rising average temperatures, erratic rainfall) to stress-test seasonal resilience and evaluate future agricultural risk.</a:t>
            </a:r>
          </a:p>
          <a:p>
            <a:endParaRPr lang="en-US" sz="1600" dirty="0"/>
          </a:p>
          <a:p>
            <a:r>
              <a:rPr lang="en-US" sz="1600" dirty="0"/>
              <a:t>Dynamic Crop Recommendation System: Create an AI-driven advisor that suggests optimal crop choices per season and region based on real-time market prices, historical profitability, and weather predictions.</a:t>
            </a:r>
          </a:p>
          <a:p>
            <a:endParaRPr lang="en-US" sz="1600" dirty="0"/>
          </a:p>
          <a:p>
            <a:r>
              <a:rPr lang="en-US" sz="1600" dirty="0"/>
              <a:t>Precision &amp; Micro-Irrigation Optimization: Develop real-time water scheduling algorithms for the dry Zaid season using soil moisture sensors and drip/sprinkler irrigation efficiency data.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828800"/>
            <a:ext cx="81079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hlinkClick r:id="rId3"/>
              </a:rPr>
              <a:t>https://github.com/Ganesh50-ui/Seasonal-Agriculture-Performance/blob/main/Untitled8.ipynb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c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91672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573</TotalTime>
  <Words>641</Words>
  <Application>Microsoft Office PowerPoint</Application>
  <PresentationFormat>Widescreen</PresentationFormat>
  <Paragraphs>50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Title: Seasonal Agriculture Performance Student Name: Chatakonda Ganesh College Name: G. Pullaiah College of engineering and Technology </vt:lpstr>
      <vt:lpstr>PROBLEM  STATEMENT</vt:lpstr>
      <vt:lpstr>   </vt:lpstr>
      <vt:lpstr>WHO ARE THE END USERS? Policy Makers &amp; Government Officers: Plan seasonal water allocation, crop subsidies, and regional agricultural strategies.   Farmers &amp; Extension Workers: Optimize seasonal crop choices, improve water-use efficiency, and manage pest/financial risks.   Agri-Tech &amp; Financial Institutions: Assess seasonal credit or crop insurance risks and build tailored farming tools.   Data Analysts &amp; Researchers: Model seasonal yield patterns and study agricultural economics.</vt:lpstr>
      <vt:lpstr>Technology Used Python: Core programming language used for data processing, statistical analysis, and scripting. Pandas: Used for data manipulation, cleaning, missing value imputation, and seasonal aggregations. NumPy: Used for numerical operations and array handling.  Matplotlib &amp; Seaborn: Used for generating data visualizations, such as bar charts, correlation heatmaps, and distribution plots. SciPy (scipy.stats): Used for statistical hypothesis testing, specifically running one-way Analysis of Variance (ANOVA).  nbformat &amp; pathlib: Used for programmatic generation and structuring of Jupyter Notebook (.ipynb) files.  Google Colab: The cloud-based Jupyter Notebook environment used for executing the code and storing data.</vt:lpstr>
      <vt:lpstr>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Rahul Chintu</cp:lastModifiedBy>
  <cp:revision>99</cp:revision>
  <dcterms:created xsi:type="dcterms:W3CDTF">2021-07-11T13:13:15Z</dcterms:created>
  <dcterms:modified xsi:type="dcterms:W3CDTF">2026-09-04T06:50:13Z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